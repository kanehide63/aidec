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4320000" cy="8460000"/>
  <p:notesSz cx="8460000" cy="432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Raksul template: naga3_yoko.ppt
- User-provided AIDEC brand assets and approved copy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8460000"/>
          </a:xfrm>
          <a:prstGeom prst="rect">
            <a:avLst/>
          </a:prstGeom>
          <a:solidFill>
            <a:srgbClr val="082A5E"/>
          </a:solidFill>
          <a:ln w="12700">
            <a:solidFill>
              <a:srgbClr val="082A5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7744" y="0"/>
            <a:ext cx="73152" cy="8460000"/>
          </a:xfrm>
          <a:prstGeom prst="rect">
            <a:avLst/>
          </a:prstGeom>
          <a:solidFill>
            <a:srgbClr val="1155F5"/>
          </a:solidFill>
          <a:ln w="12700">
            <a:solidFill>
              <a:srgbClr val="1155F5">
                <a:alpha val="0"/>
              </a:srgbClr>
            </a:solidFill>
            <a:prstDash val="solid"/>
          </a:ln>
        </p:spPr>
      </p:sp>
      <p:pic>
        <p:nvPicPr>
          <p:cNvPr id="4" name="Image 0" descr="C:\Users\admin\Documents\Codex\2026-07-29\referenced-chatgpt-conversation-this-is-untrusted\work\print-design\aidec-symbol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760720"/>
            <a:ext cx="603504" cy="6035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16736" y="5833872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spc="300" kern="0" dirty="0">
                <a:solidFill>
                  <a:srgbClr val="082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AIDEC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614476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AI-Driven Enterprise Compass &amp; Consulting</a:t>
            </a:r>
            <a:endParaRPr lang="en-US" sz="720" dirty="0"/>
          </a:p>
        </p:txBody>
      </p:sp>
      <p:sp>
        <p:nvSpPr>
          <p:cNvPr id="7" name="Text 4"/>
          <p:cNvSpPr txBox="1"/>
          <p:nvPr/>
        </p:nvSpPr>
        <p:spPr>
          <a:xfrm>
            <a:off x="603504" y="649224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82A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AIと共に、未来の一歩のコンパスに。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03504" y="6885432"/>
            <a:ext cx="3127248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3504" y="7059168"/>
            <a:ext cx="2871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〒150-0012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東京都渋谷区広尾1-2-1　ヒカリビル4F</a:t>
            </a:r>
            <a:endParaRPr lang="en-US" sz="930" dirty="0"/>
          </a:p>
        </p:txBody>
      </p:sp>
      <p:sp>
        <p:nvSpPr>
          <p:cNvPr id="10" name="Text 7"/>
          <p:cNvSpPr txBox="1"/>
          <p:nvPr/>
        </p:nvSpPr>
        <p:spPr>
          <a:xfrm>
            <a:off x="603504" y="762609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55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762609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024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03-6452-2817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603504" y="786384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55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786384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024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info@ai-dec.jp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603504" y="810158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55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810158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024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https://ai-dec.jp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AIDEC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AIDEC 長形3号封筒 表面</dc:title>
  <dc:subject>AIDEC 長形3号封筒 表面</dc:subject>
  <dc:creator>AIDEC</dc:creator>
  <cp:lastModifiedBy>AIDEC</cp:lastModifiedBy>
  <cp:revision>1</cp:revision>
  <dcterms:created xsi:type="dcterms:W3CDTF">2026-07-30T01:04:38Z</dcterms:created>
  <dcterms:modified xsi:type="dcterms:W3CDTF">2026-07-30T01:04:38Z</dcterms:modified>
</cp:coreProperties>
</file>