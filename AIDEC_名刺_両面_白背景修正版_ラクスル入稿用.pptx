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979613" cy="3276600"/>
  <p:notesSz cx="3276600" cy="1979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Raksul template: meishi_yoko.pptx
- User-provided AIDEC brand assets and approved copy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Raksul template: meishi_yoko.pptx
- User-provided AIDEC brand assets and approved copy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3276600"/>
          </a:xfrm>
          <a:prstGeom prst="rect">
            <a:avLst/>
          </a:prstGeom>
          <a:solidFill>
            <a:srgbClr val="1155F5"/>
          </a:solidFill>
          <a:ln w="12700">
            <a:solidFill>
              <a:srgbClr val="1155F5">
                <a:alpha val="0"/>
              </a:srgbClr>
            </a:solidFill>
            <a:prstDash val="solid"/>
          </a:ln>
        </p:spPr>
      </p:sp>
      <p:pic>
        <p:nvPicPr>
          <p:cNvPr id="3" name="Image 0" descr="C:\Users\admin\Documents\Codex\2026-07-29\referenced-chatgpt-conversation-this-is-untrusted\work\print-design\aidec-symbo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201168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" y="228600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220" kern="0" dirty="0">
                <a:solidFill>
                  <a:srgbClr val="08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AIDEC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22376" y="4389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Enterprise Compass</a:t>
            </a:r>
            <a:endParaRPr lang="en-US" sz="520" dirty="0"/>
          </a:p>
          <a:p>
            <a:pPr algn="l" indent="0" marL="0">
              <a:buNone/>
            </a:pPr>
            <a:r>
              <a:rPr lang="en-US" sz="52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Consulting</a:t>
            </a:r>
            <a:endParaRPr lang="en-US" sz="520" dirty="0"/>
          </a:p>
        </p:txBody>
      </p:sp>
      <p:sp>
        <p:nvSpPr>
          <p:cNvPr id="6" name="Shape 3"/>
          <p:cNvSpPr/>
          <p:nvPr/>
        </p:nvSpPr>
        <p:spPr>
          <a:xfrm>
            <a:off x="210312" y="804672"/>
            <a:ext cx="1508760" cy="0"/>
          </a:xfrm>
          <a:prstGeom prst="line">
            <a:avLst/>
          </a:prstGeom>
          <a:noFill/>
          <a:ln w="8890">
            <a:solidFill>
              <a:srgbClr val="D9E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9456" y="107899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</a:t>
            </a:r>
            <a:endParaRPr lang="en-US" sz="700" dirty="0"/>
          </a:p>
        </p:txBody>
      </p:sp>
      <p:sp>
        <p:nvSpPr>
          <p:cNvPr id="8" name="Text 5"/>
          <p:cNvSpPr txBox="1"/>
          <p:nvPr/>
        </p:nvSpPr>
        <p:spPr>
          <a:xfrm>
            <a:off x="219456" y="126187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spc="120" kern="0" dirty="0">
                <a:solidFill>
                  <a:srgbClr val="08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金田 秀昭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17922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  03-6452-2817</a:t>
            </a:r>
            <a:endParaRPr lang="en-US" sz="68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20208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MAIL  info@ai-dec.jp</a:t>
            </a:r>
            <a:endParaRPr lang="en-US" sz="680" dirty="0"/>
          </a:p>
        </p:txBody>
      </p:sp>
      <p:sp>
        <p:nvSpPr>
          <p:cNvPr id="11" name="Text 8"/>
          <p:cNvSpPr txBox="1"/>
          <p:nvPr/>
        </p:nvSpPr>
        <p:spPr>
          <a:xfrm>
            <a:off x="219456" y="224942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 https://ai-dec.jp</a:t>
            </a:r>
            <a:endParaRPr lang="en-US" sz="680" dirty="0"/>
          </a:p>
        </p:txBody>
      </p:sp>
      <p:sp>
        <p:nvSpPr>
          <p:cNvPr id="12" name="Text 9"/>
          <p:cNvSpPr txBox="1"/>
          <p:nvPr/>
        </p:nvSpPr>
        <p:spPr>
          <a:xfrm>
            <a:off x="219456" y="25511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〒150-0012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東京都渋谷区広尾1-2-1</a:t>
            </a:r>
            <a:endParaRPr lang="en-US" sz="680" dirty="0"/>
          </a:p>
          <a:p>
            <a:pPr algn="ctr" indent="0" marL="0">
              <a:buNone/>
            </a:pPr>
            <a:r>
              <a:rPr lang="en-US" sz="680" dirty="0">
                <a:solidFill>
                  <a:srgbClr val="1024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ヒカリビル4F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57728"/>
            <a:ext cx="1979613" cy="118872"/>
          </a:xfrm>
          <a:prstGeom prst="rect">
            <a:avLst/>
          </a:prstGeom>
          <a:solidFill>
            <a:srgbClr val="1155F5"/>
          </a:solidFill>
          <a:ln w="12700">
            <a:solidFill>
              <a:srgbClr val="1155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9456" y="210312"/>
            <a:ext cx="1540701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C:\Users\admin\Documents\Codex\2026-07-29\referenced-chatgpt-conversation-this-is-untrusted\work\print-design\aidec-symbol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292608"/>
            <a:ext cx="429768" cy="4297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33832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8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AIDEC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53035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Enterprise Compass &amp; Consulting</a:t>
            </a:r>
            <a:endParaRPr lang="en-US" sz="440" dirty="0"/>
          </a:p>
        </p:txBody>
      </p:sp>
      <p:sp>
        <p:nvSpPr>
          <p:cNvPr id="7" name="Text 4"/>
          <p:cNvSpPr txBox="1"/>
          <p:nvPr/>
        </p:nvSpPr>
        <p:spPr>
          <a:xfrm>
            <a:off x="219456" y="1069848"/>
            <a:ext cx="154070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8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AIと共に、</a:t>
            </a:r>
            <a:endParaRPr lang="en-US" sz="980" dirty="0"/>
          </a:p>
          <a:p>
            <a:pPr algn="ctr" indent="0" marL="0">
              <a:buNone/>
            </a:pPr>
            <a:r>
              <a:rPr lang="en-US" sz="980" b="1" dirty="0">
                <a:solidFill>
                  <a:srgbClr val="08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未来の一歩のコンパスに。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301752" y="1755648"/>
            <a:ext cx="1376109" cy="64008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pic>
        <p:nvPicPr>
          <p:cNvPr id="9" name="Image 1" descr="C:\Users\admin\Documents\Codex\2026-07-29\referenced-chatgpt-conversation-this-is-untrusted\work\print-design\ai360-symbol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19656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18745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82A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AI企業診断360</a:t>
            </a:r>
            <a:endParaRPr lang="en-US" sz="720" dirty="0"/>
          </a:p>
        </p:txBody>
      </p:sp>
      <p:sp>
        <p:nvSpPr>
          <p:cNvPr id="11" name="Text 7"/>
          <p:cNvSpPr txBox="1"/>
          <p:nvPr/>
        </p:nvSpPr>
        <p:spPr>
          <a:xfrm>
            <a:off x="896112" y="209397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" dirty="0">
                <a:solidFill>
                  <a:srgbClr val="66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企業の現在地と可能性を可視化</a:t>
            </a:r>
            <a:endParaRPr lang="en-US" sz="460" dirty="0"/>
          </a:p>
        </p:txBody>
      </p:sp>
      <p:sp>
        <p:nvSpPr>
          <p:cNvPr id="12" name="Shape 8"/>
          <p:cNvSpPr/>
          <p:nvPr/>
        </p:nvSpPr>
        <p:spPr>
          <a:xfrm>
            <a:off x="457200" y="2542032"/>
            <a:ext cx="1060704" cy="539496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C:\Users\admin\Documents\Codex\2026-07-29\referenced-chatgpt-conversation-this-is-untrusted\work\print-design\qr-ai-d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569464"/>
            <a:ext cx="484632" cy="4846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26151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66778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詳しくはこちら</a:t>
            </a:r>
            <a:endParaRPr lang="en-US" sz="600" dirty="0"/>
          </a:p>
        </p:txBody>
      </p:sp>
      <p:sp>
        <p:nvSpPr>
          <p:cNvPr id="15" name="Text 10"/>
          <p:cNvSpPr txBox="1"/>
          <p:nvPr/>
        </p:nvSpPr>
        <p:spPr>
          <a:xfrm>
            <a:off x="1005840" y="27889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82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ai-dec.jp</a:t>
            </a:r>
            <a:endParaRPr lang="en-US" sz="7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AIDEC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AIDEC 通常サイズ名刺 両面</dc:title>
  <dc:subject>AIDEC 通常サイズ名刺 両面</dc:subject>
  <dc:creator>AIDEC</dc:creator>
  <cp:lastModifiedBy>AIDEC</cp:lastModifiedBy>
  <cp:revision>1</cp:revision>
  <dcterms:created xsi:type="dcterms:W3CDTF">2026-07-30T01:04:38Z</dcterms:created>
  <dcterms:modified xsi:type="dcterms:W3CDTF">2026-07-30T01:04:38Z</dcterms:modified>
</cp:coreProperties>
</file>